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Sequence-similarity evidence next to the model predictions. Not a fourth EC predictor.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Standalone test server. The search core is a library, so EnzymeX can call run_search from its existing scheduled job without taking any of the web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structural decision. Everything expensive runs offline; a request only reads files, so a misconfigured credential is unreachable from the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E-value depends on search space size and statistical model. BLAST and phmmer search all references, hmmscan searches the profile set. Recommendation: BLAST always, profiles optional, phmmer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Superoxide dismutase has Cu/Zn, Mn/Fe and Ni enzymes under EC 1.15.1.1. A single per-EC profile would merge unrelated folds into a model that still produces confident-looking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BLAST versions, his parameters, identical top hit on every comparable query. Full test suite passes. On the leakage-controlled slice blastp top-hit EC agreement was 87.7%, but that cohort is truth-selected and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SwissProt_PDB_2022 set, a proxy for the real EnzymeX copy. Profiles were not built on this generation, so hmmscan figures come from the smaller fixture build. Without subject coverage the page would report a fusion partner's EC at near-perfect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access first. Schema check and rebuild are about a day each once granted. DIAMOND and blastp answer the same question at different sensitivity; my recommendation is BLAST always, profiles optional, phmmer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3931920" cy="10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0604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18212B"/>
                </a:solidFill>
                <a:latin typeface="Malgun Gothic"/>
              </a:rPr>
              <a:t>BLAST and HMMER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4930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>
                <a:solidFill>
                  <a:srgbClr val="52565B"/>
                </a:solidFill>
                <a:latin typeface="Malgun Gothic"/>
              </a:rPr>
              <a:t>Sequence similarity search for the result page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" y="4206240"/>
            <a:ext cx="1024128" cy="310896"/>
          </a:xfrm>
          <a:prstGeom prst="roundRect">
            <a:avLst/>
          </a:prstGeom>
          <a:solidFill>
            <a:srgbClr val="EAF4F7"/>
          </a:solidFill>
          <a:ln w="889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215383"/>
            <a:ext cx="9509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176B87"/>
                </a:solidFill>
                <a:latin typeface="Malgun Gothic"/>
              </a:rPr>
              <a:t>blastp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4206240"/>
            <a:ext cx="1115568" cy="310896"/>
          </a:xfrm>
          <a:prstGeom prst="roundRect">
            <a:avLst/>
          </a:prstGeom>
          <a:solidFill>
            <a:srgbClr val="EAF6F1"/>
          </a:solidFill>
          <a:ln w="889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9696" y="4215383"/>
            <a:ext cx="10424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167C5A"/>
                </a:solidFill>
                <a:latin typeface="Malgun Gothic"/>
              </a:rPr>
              <a:t>phmmer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4206240"/>
            <a:ext cx="1188720" cy="310896"/>
          </a:xfrm>
          <a:prstGeom prst="roundRect">
            <a:avLst/>
          </a:prstGeom>
          <a:solidFill>
            <a:srgbClr val="F1EEFA"/>
          </a:solidFill>
          <a:ln w="8890">
            <a:solidFill>
              <a:srgbClr val="F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2424" y="4215383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6554A4"/>
                </a:solidFill>
                <a:latin typeface="Malgun Gothic"/>
              </a:rPr>
              <a:t>hmmscan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58064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18212B"/>
                </a:solidFill>
                <a:latin typeface="Malgun Gothic"/>
              </a:rPr>
              <a:t>Vansh Sehrawat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615391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667085"/>
                </a:solidFill>
                <a:latin typeface="Malgun Gothic"/>
              </a:rPr>
              <a:t>August 4th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8105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Copied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1396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Malgun Gothic"/>
              </a:rPr>
              <a:t>read-only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96896" y="1938528"/>
            <a:ext cx="219456" cy="292608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71215" y="160020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54096" y="18105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Offline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4096" y="21396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Malgun Gothic"/>
              </a:rPr>
              <a:t>FASTA + indexes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09744" y="1938528"/>
            <a:ext cx="219456" cy="292608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84064" y="160020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8105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Sequence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6944" y="21396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Malgun Gothic"/>
              </a:rPr>
              <a:t>web form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22592" y="1938528"/>
            <a:ext cx="219456" cy="292608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96912" y="160020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9792" y="18105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Three searches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21396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Malgun Gothic"/>
              </a:rPr>
              <a:t>BLAST + HMMER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35440" y="1938528"/>
            <a:ext cx="219456" cy="292608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509760" y="160020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8105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Result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1396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Malgun Gothic"/>
              </a:rPr>
              <a:t>HTML, CSV, JSON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017520"/>
            <a:ext cx="347472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017520"/>
            <a:ext cx="3474720" cy="100584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31012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B71A1A"/>
                </a:solidFill>
                <a:latin typeface="Malgun Gothic"/>
              </a:rPr>
              <a:t>Reference 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Reads the copied DB once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Swiss-Prot and PDB rows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Writes FASTA, indexes, profiles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4255" y="3017520"/>
            <a:ext cx="347472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4255" y="3017520"/>
            <a:ext cx="3474720" cy="10058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31012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176B87"/>
                </a:solidFill>
                <a:latin typeface="Malgun Gothic"/>
              </a:rPr>
              <a:t>Search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3840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blastp, phmmer, hmmscan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Plain function, no web framework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Callable from the EnzymeX scheduler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0144" y="3017520"/>
            <a:ext cx="347472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10144" y="3017520"/>
            <a:ext cx="3474720" cy="100584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331012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167C5A"/>
                </a:solidFill>
                <a:latin typeface="Malgun Gothic"/>
              </a:rPr>
              <a:t>Result page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3840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One table per method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EC, source, description per hit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18212B"/>
                </a:solidFill>
                <a:latin typeface="Malgun Gothic"/>
              </a:rPr>
              <a:t>•  CSV and JSON export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Build once, search many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320040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190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76B87"/>
                </a:solidFill>
                <a:latin typeface="Malgun Gothic"/>
              </a:rPr>
              <a:t>Offline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40280"/>
            <a:ext cx="4736592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The only step that opens the database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Filters, deduplicates, writes FASTA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Builds the BLAST index and the profiles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One build ID on every artifact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Minutes, on a schedule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463040"/>
            <a:ext cx="5294376" cy="3200400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190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67C5A"/>
                </a:solidFill>
                <a:latin typeface="Malgun Gothic"/>
              </a:rPr>
              <a:t>Online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240280"/>
            <a:ext cx="4745736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Reads the built files only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No database connection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Metadata from the same build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Seconds per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983480"/>
            <a:ext cx="82296" cy="9144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B71A1A"/>
                </a:solidFill>
                <a:latin typeface="Malgun Gothic"/>
              </a:rPr>
              <a:t>No DB at request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cannot slow or leak the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5" y="4983480"/>
            <a:ext cx="82296" cy="914400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176B87"/>
                </a:solidFill>
                <a:latin typeface="Malgun Gothic"/>
              </a:rPr>
              <a:t>One build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hit and EC label from one snapshot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4983480"/>
            <a:ext cx="82296" cy="91440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167C5A"/>
                </a:solidFill>
                <a:latin typeface="Malgun Gothic"/>
              </a:rPr>
              <a:t>Slow work done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indexing off the request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Three searches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08760"/>
            <a:ext cx="3520440" cy="109728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176B87"/>
                </a:solidFill>
                <a:latin typeface="Malgun Gothic"/>
              </a:rPr>
              <a:t>blastp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pairwise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Every reference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Identity and coverage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Default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508760"/>
            <a:ext cx="3520440" cy="109728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167C5A"/>
                </a:solidFill>
                <a:latin typeface="Malgun Gothic"/>
              </a:rPr>
              <a:t>phmmer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query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Every reference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Different statistics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4-5x slower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508760"/>
            <a:ext cx="3520440" cy="109728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6554A4"/>
                </a:solidFill>
                <a:latin typeface="Malgun Gothic"/>
              </a:rPr>
              <a:t>hmmscan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family profiles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QC-passing families only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Finds distant relatives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Returns a family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029200"/>
            <a:ext cx="10881360" cy="91440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23036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A76500"/>
                </a:solidFill>
                <a:latin typeface="Malgun Gothic"/>
              </a:rPr>
              <a:t>Three separate tables, never merged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7784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0">
                <a:solidFill>
                  <a:srgbClr val="A76500"/>
                </a:solidFill>
                <a:latin typeface="Malgun Gothic"/>
              </a:rPr>
              <a:t>E-values are not comparable across 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Profile HMMs are built by sequence, not by 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237744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190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B71A1A"/>
                </a:solidFill>
                <a:latin typeface="Malgun Gothic"/>
              </a:rPr>
              <a:t>Not one profile per 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40280"/>
            <a:ext cx="4736592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An EC names a reaction, not a family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Same reaction, unrelated folds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Merging them models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463040"/>
            <a:ext cx="5294376" cy="2377440"/>
          </a:xfrm>
          <a:prstGeom prst="roundRect">
            <a:avLst/>
          </a:prstGeom>
          <a:solidFill>
            <a:srgbClr val="F1EEFA"/>
          </a:solidFill>
          <a:ln w="12700">
            <a:solidFill>
              <a:srgbClr val="F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190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6554A4"/>
                </a:solidFill>
                <a:latin typeface="Malgun Gothic"/>
              </a:rPr>
              <a:t>One profile per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240280"/>
            <a:ext cx="4745736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MMseqs2, 35% identity / 80% coverage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QC gates, then MAFFT and hmmbuild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EC attached after, purity reported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14800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18212B"/>
                </a:solidFill>
                <a:latin typeface="Malgun Gothic"/>
              </a:rPr>
              <a:t>One EC number, many sequence families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glutathione transferase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6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carbonic anhydrase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superoxide dismutase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715000"/>
            <a:ext cx="10881360" cy="502920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8521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1">
                <a:solidFill>
                  <a:srgbClr val="167C5A"/>
                </a:solidFill>
                <a:latin typeface="Malgun Gothic"/>
              </a:rPr>
              <a:t>A human Mn-SOD query matches only the Mn/Fe families, none of the Cu/Zn 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Validation against the existing BLAST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54480"/>
            <a:ext cx="10881360" cy="169164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176B87"/>
                </a:solidFill>
                <a:latin typeface="Malgun Gothic"/>
              </a:rPr>
              <a:t>452 / 452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700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176B87"/>
                </a:solidFill>
                <a:latin typeface="Malgun Gothic"/>
              </a:rPr>
              <a:t>identical top hit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965960"/>
            <a:ext cx="6217920" cy="118872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Beomsu's query set, his parameters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BLAST+ 2.5, evalue 1e-5, max_target_seqs 100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Confirms the pipeline reproduces the existing 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361188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450 / 452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same top-25 subject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361188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447 / 452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same top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611880"/>
            <a:ext cx="82296" cy="96012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167C5A"/>
                </a:solidFill>
                <a:latin typeface="Malgun Gothic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provenance mismatches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92040"/>
            <a:ext cx="10881360" cy="105156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A76500"/>
                </a:solidFill>
                <a:latin typeface="Malgun Gothic"/>
              </a:rPr>
              <a:t>This is a correctness check, not an accuracy 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4681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0">
                <a:solidFill>
                  <a:srgbClr val="A76500"/>
                </a:solidFill>
                <a:latin typeface="Malgun Gothic"/>
              </a:rPr>
              <a:t>EC agreement was measured separately, on a narrow leakage-controlled slice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Rebuilt on real Swiss-Prot and PDB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08760"/>
            <a:ext cx="82296" cy="96012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B71A1A"/>
                </a:solidFill>
                <a:latin typeface="Malgun Gothic"/>
              </a:rPr>
              <a:t>272,112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references built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4256" y="150876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4.5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offline build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508760"/>
            <a:ext cx="82296" cy="96012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167C5A"/>
                </a:solidFill>
                <a:latin typeface="Malgun Gothic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search code changes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3347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 b="0">
                <a:solidFill>
                  <a:srgbClr val="667085"/>
                </a:solidFill>
                <a:latin typeface="Malgun Gothic"/>
              </a:rPr>
              <a:t>231,577 Swiss-Prot  ·  40,535 PDB  ·  blastp 1.8 s and phmmer 7.1 s per 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63240"/>
            <a:ext cx="5285232" cy="278892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3192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A76500"/>
                </a:solidFill>
                <a:latin typeface="Malgun Gothic"/>
              </a:rPr>
              <a:t>What real data exposed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840480"/>
            <a:ext cx="4736592" cy="1783079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GFP is not an enzyme, but returns 25 hits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All are PDB fusion constructs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15 carry an EC, 8 different values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None of them belong to GFP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063240"/>
            <a:ext cx="5294376" cy="278892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3192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76B87"/>
                </a:solidFill>
                <a:latin typeface="Malgun Gothic"/>
              </a:rPr>
              <a:t>What already catches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840480"/>
            <a:ext cx="4745736" cy="1783079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Query coverage 1.00, subject coverage 0.55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The gap is the fusion signature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Computed from merged HSP intervals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BLAST+ has no subject-coverage field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What I need,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8</a:t>
            </a:r>
          </a:p>
        </p:txBody>
      </p:sp>
      <p:sp>
        <p:nvSpPr>
          <p:cNvPr id="5" name="Oval 4"/>
          <p:cNvSpPr/>
          <p:nvPr/>
        </p:nvSpPr>
        <p:spPr>
          <a:xfrm>
            <a:off x="749808" y="1600200"/>
            <a:ext cx="475488" cy="475488"/>
          </a:xfrm>
          <a:prstGeom prst="ellipse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682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87552" y="2103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481328" y="1545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B71A1A"/>
                </a:solidFill>
                <a:latin typeface="Malgun Gothic"/>
              </a:rPr>
              <a:t>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892807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Read-only database copy and the EnzymeX repository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2743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825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7552" y="3246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481328" y="2688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Verify the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035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Primary key, storage engine, source labels, UniprotID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886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968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7552" y="4389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81328" y="3831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Rebuild on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178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Re-measure, and build the profile layer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5029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111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74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Wire into the scheduler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5321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Alongside ECPICK, HIT-EC and CLEAN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85632" y="1508760"/>
            <a:ext cx="3054096" cy="443484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17830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B71A1A"/>
                </a:solidFill>
                <a:latin typeface="Malgun Gothic"/>
              </a:rPr>
              <a:t>To decide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2468880"/>
            <a:ext cx="24871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60604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DIAMOND and BLAST both on the page, or one?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703320"/>
            <a:ext cx="24871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phmmer by default, or optional?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12064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B71A1A"/>
                </a:solidFill>
                <a:latin typeface="Malgun Gothic"/>
              </a:rPr>
              <a:t>Access is the blocker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BLAST and HMMER for EnzymeX</dc:title>
  <dc:subject/>
  <dc:creator>Vansh Sehrawat</dc:creator>
  <cp:keywords/>
  <dc:description/>
  <cp:lastModifiedBy>Vansh Sehrawat</cp:lastModifiedBy>
  <cp:revision>1</cp:revision>
  <dcterms:created xsi:type="dcterms:W3CDTF">2026-08-02T12:00:00Z</dcterms:created>
  <dcterms:modified xsi:type="dcterms:W3CDTF">2026-08-02T12:00:00Z</dcterms:modified>
  <cp:category/>
</cp:coreProperties>
</file>